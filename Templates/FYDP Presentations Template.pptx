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8" r:id="rId2"/>
    <p:sldId id="257" r:id="rId3"/>
    <p:sldId id="271" r:id="rId4"/>
    <p:sldId id="296" r:id="rId5"/>
    <p:sldId id="283" r:id="rId6"/>
    <p:sldId id="298" r:id="rId7"/>
    <p:sldId id="284" r:id="rId8"/>
    <p:sldId id="285" r:id="rId9"/>
    <p:sldId id="286" r:id="rId10"/>
    <p:sldId id="287" r:id="rId11"/>
    <p:sldId id="289" r:id="rId12"/>
    <p:sldId id="290" r:id="rId13"/>
    <p:sldId id="291" r:id="rId14"/>
    <p:sldId id="292" r:id="rId15"/>
    <p:sldId id="29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56C4E65-D334-4B31-ADA9-454C7A1190EE}">
          <p14:sldIdLst>
            <p14:sldId id="258"/>
            <p14:sldId id="257"/>
            <p14:sldId id="271"/>
            <p14:sldId id="296"/>
            <p14:sldId id="283"/>
            <p14:sldId id="298"/>
            <p14:sldId id="284"/>
            <p14:sldId id="285"/>
            <p14:sldId id="286"/>
            <p14:sldId id="287"/>
            <p14:sldId id="289"/>
            <p14:sldId id="290"/>
            <p14:sldId id="291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47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710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0A1D80-9E97-45C7-9957-52A927ACCA3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B372F2-0A20-4196-ADAE-C7416BBFA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318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Undergraduate Final Year Design Project Presentation (Progress or Final, choose one)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F9BE2-B59B-40AF-8442-47BAD161B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27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Undergraduate Final Year Design Project Presentation (Progress or Final, choose one)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F9BE2-B59B-40AF-8442-47BAD161B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224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Undergraduate Final Year Design Project Presentation (Progress or Final, choose one)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F9BE2-B59B-40AF-8442-47BAD161B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08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Undergraduate Final Year Design Project Presentation (Progress or Final, choose one)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F9BE2-B59B-40AF-8442-47BAD161B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542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Undergraduate Final Year Design Project Presentation (Progress or Final, choose one)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F9BE2-B59B-40AF-8442-47BAD161B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721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Undergraduate Final Year Design Project Presentation (Progress or Final, choose one)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F9BE2-B59B-40AF-8442-47BAD161B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090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Undergraduate Final Year Design Project Presentation (Progress or Final, choose one)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F9BE2-B59B-40AF-8442-47BAD161B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814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Undergraduate Final Year Design Project Presentation (Progress or Final, choose one)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F9BE2-B59B-40AF-8442-47BAD161B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041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Undergraduate Final Year Design Project Presentation (Progress or Final, choose one)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F9BE2-B59B-40AF-8442-47BAD161B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205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Undergraduate Final Year Design Project Presentation (Progress or Final, choose one)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F9BE2-B59B-40AF-8442-47BAD161B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143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Undergraduate Final Year Design Project Presentation (Progress or Final, choose one)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F9BE2-B59B-40AF-8442-47BAD161B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183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Undergraduate Final Year Design Project Presentation (Progress or Final, choose one)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7F9BE2-B59B-40AF-8442-47BAD161B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136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95" r="95477"/>
          <a:stretch/>
        </p:blipFill>
        <p:spPr>
          <a:xfrm>
            <a:off x="-179544" y="0"/>
            <a:ext cx="630306" cy="68579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68542" y="4871949"/>
            <a:ext cx="76039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Electrical Engineering,</a:t>
            </a:r>
          </a:p>
          <a:p>
            <a:pPr algn="ctr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University of Engineering and Technology Lahore</a:t>
            </a:r>
          </a:p>
          <a:p>
            <a:pPr algn="ctr"/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sz="1700" dirty="0">
                <a:solidFill>
                  <a:schemeClr val="bg1">
                    <a:lumMod val="50000"/>
                  </a:schemeClr>
                </a:solidFill>
              </a:rPr>
              <a:t>Month Date, Year</a:t>
            </a:r>
          </a:p>
        </p:txBody>
      </p:sp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714420" y="1515630"/>
            <a:ext cx="11143759" cy="2235262"/>
          </a:xfrm>
        </p:spPr>
        <p:txBody>
          <a:bodyPr anchor="ctr" anchorCtr="0">
            <a:normAutofit/>
          </a:bodyPr>
          <a:lstStyle/>
          <a:p>
            <a:r>
              <a:rPr lang="en-US" sz="4800" dirty="0">
                <a:solidFill>
                  <a:srgbClr val="1E477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2315879" y="784401"/>
            <a:ext cx="7772400" cy="46166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FYDP Group No.: xx</a:t>
            </a:r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2484321" y="4035592"/>
            <a:ext cx="7772400" cy="4616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Supervisor: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6CB914-92E3-4770-AD65-92CA6ECC30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4976" y="6421667"/>
            <a:ext cx="4069701" cy="365125"/>
          </a:xfrm>
        </p:spPr>
        <p:txBody>
          <a:bodyPr/>
          <a:lstStyle/>
          <a:p>
            <a:r>
              <a:rPr lang="en-US"/>
              <a:t>Undergraduate Final Year Design Project Presentation (Progress or Final, choose one)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63C7A5-4ECE-4138-8605-4B526ACA8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4368" y="6430998"/>
            <a:ext cx="2743200" cy="365125"/>
          </a:xfrm>
        </p:spPr>
        <p:txBody>
          <a:bodyPr/>
          <a:lstStyle/>
          <a:p>
            <a:fld id="{4B7F9BE2-B59B-40AF-8442-47BAD161B662}" type="slidenum">
              <a:rPr lang="en-US" smtClean="0"/>
              <a:t>1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39EC81E-890B-431D-ABBF-686DE41897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4877" y="188954"/>
            <a:ext cx="842171" cy="84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369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95" r="95477"/>
          <a:stretch/>
        </p:blipFill>
        <p:spPr>
          <a:xfrm>
            <a:off x="-179544" y="0"/>
            <a:ext cx="630306" cy="6857999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746974" y="483119"/>
            <a:ext cx="4885385" cy="758662"/>
          </a:xfrm>
        </p:spPr>
        <p:txBody>
          <a:bodyPr anchor="ctr" anchorCtr="0">
            <a:normAutofit fontScale="90000"/>
          </a:bodyPr>
          <a:lstStyle/>
          <a:p>
            <a:pPr algn="just"/>
            <a:r>
              <a:rPr lang="en-US" sz="4800" dirty="0">
                <a:solidFill>
                  <a:srgbClr val="1E477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Introduction</a:t>
            </a:r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1217433" y="1929856"/>
            <a:ext cx="5303949" cy="13852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name Last name (Group Leader)</a:t>
            </a:r>
          </a:p>
          <a:p>
            <a:pPr algn="just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20xx-EE-0xx</a:t>
            </a:r>
          </a:p>
          <a:p>
            <a:pPr algn="just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Specialization:</a:t>
            </a:r>
          </a:p>
        </p:txBody>
      </p:sp>
      <p:sp>
        <p:nvSpPr>
          <p:cNvPr id="17" name="Subtitle 2"/>
          <p:cNvSpPr txBox="1">
            <a:spLocks/>
          </p:cNvSpPr>
          <p:nvPr/>
        </p:nvSpPr>
        <p:spPr>
          <a:xfrm>
            <a:off x="1217433" y="3726212"/>
            <a:ext cx="4688845" cy="13852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name Last name</a:t>
            </a:r>
          </a:p>
          <a:p>
            <a:pPr algn="just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20xx-EE-0xx</a:t>
            </a:r>
          </a:p>
          <a:p>
            <a:pPr algn="just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4877" y="188954"/>
            <a:ext cx="842171" cy="84713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5FAAC-C329-4D41-86EE-F09A19B73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4370" y="6430998"/>
            <a:ext cx="2743200" cy="365125"/>
          </a:xfrm>
        </p:spPr>
        <p:txBody>
          <a:bodyPr/>
          <a:lstStyle/>
          <a:p>
            <a:fld id="{4B7F9BE2-B59B-40AF-8442-47BAD161B662}" type="slidenum">
              <a:rPr lang="en-US" smtClean="0"/>
              <a:t>2</a:t>
            </a:fld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BAC94B7-7ECC-470B-9A07-F1E70CF24314}"/>
              </a:ext>
            </a:extLst>
          </p:cNvPr>
          <p:cNvSpPr txBox="1">
            <a:spLocks/>
          </p:cNvSpPr>
          <p:nvPr/>
        </p:nvSpPr>
        <p:spPr>
          <a:xfrm>
            <a:off x="7198361" y="1929856"/>
            <a:ext cx="4688845" cy="13852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name Last name</a:t>
            </a:r>
          </a:p>
          <a:p>
            <a:pPr algn="just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20xx-EE-0xx</a:t>
            </a:r>
          </a:p>
          <a:p>
            <a:pPr algn="just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Specialization: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01D28ACB-9627-4C76-AC88-F1466D4A615F}"/>
              </a:ext>
            </a:extLst>
          </p:cNvPr>
          <p:cNvSpPr txBox="1">
            <a:spLocks/>
          </p:cNvSpPr>
          <p:nvPr/>
        </p:nvSpPr>
        <p:spPr>
          <a:xfrm>
            <a:off x="7198361" y="3726212"/>
            <a:ext cx="4688845" cy="13852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name Last name</a:t>
            </a:r>
          </a:p>
          <a:p>
            <a:pPr algn="just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20xx-EE-0xx</a:t>
            </a:r>
          </a:p>
          <a:p>
            <a:pPr algn="just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Specialization:</a:t>
            </a:r>
          </a:p>
        </p:txBody>
      </p:sp>
      <p:sp>
        <p:nvSpPr>
          <p:cNvPr id="15" name="Date Placeholder 1">
            <a:extLst>
              <a:ext uri="{FF2B5EF4-FFF2-40B4-BE49-F238E27FC236}">
                <a16:creationId xmlns:a16="http://schemas.microsoft.com/office/drawing/2014/main" id="{E1C4B056-CE37-4DBD-89BF-424E4A849F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4976" y="6421667"/>
            <a:ext cx="4069701" cy="365125"/>
          </a:xfrm>
        </p:spPr>
        <p:txBody>
          <a:bodyPr/>
          <a:lstStyle/>
          <a:p>
            <a:r>
              <a:rPr lang="en-US"/>
              <a:t>Undergraduate Final Year Design Project Presentation (Progress or Final, choose one)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97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95" r="95477"/>
          <a:stretch/>
        </p:blipFill>
        <p:spPr>
          <a:xfrm>
            <a:off x="-179544" y="0"/>
            <a:ext cx="630306" cy="685799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4877" y="188954"/>
            <a:ext cx="842171" cy="84713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5FAAC-C329-4D41-86EE-F09A19B73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4370" y="6430998"/>
            <a:ext cx="2743200" cy="365125"/>
          </a:xfrm>
        </p:spPr>
        <p:txBody>
          <a:bodyPr/>
          <a:lstStyle/>
          <a:p>
            <a:fld id="{4B7F9BE2-B59B-40AF-8442-47BAD161B662}" type="slidenum">
              <a:rPr lang="en-US" smtClean="0"/>
              <a:t>3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C552F05-4030-414D-8C9E-7F9CD7917D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571" y="483119"/>
            <a:ext cx="4950517" cy="758662"/>
          </a:xfrm>
        </p:spPr>
        <p:txBody>
          <a:bodyPr anchor="ctr" anchorCtr="0">
            <a:normAutofit/>
          </a:bodyPr>
          <a:lstStyle/>
          <a:p>
            <a:pPr algn="just"/>
            <a:r>
              <a:rPr lang="en-US" sz="4800" dirty="0">
                <a:solidFill>
                  <a:srgbClr val="1E477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8A3B40C-DE8A-4FAA-90CA-A3FE3ED12731}"/>
              </a:ext>
            </a:extLst>
          </p:cNvPr>
          <p:cNvSpPr txBox="1">
            <a:spLocks/>
          </p:cNvSpPr>
          <p:nvPr/>
        </p:nvSpPr>
        <p:spPr>
          <a:xfrm>
            <a:off x="1131573" y="1579431"/>
            <a:ext cx="9749308" cy="401447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Size: 32 Times New Roman (5 to 6 lines per slide)</a:t>
            </a:r>
          </a:p>
        </p:txBody>
      </p:sp>
      <p:sp>
        <p:nvSpPr>
          <p:cNvPr id="15" name="Date Placeholder 1">
            <a:extLst>
              <a:ext uri="{FF2B5EF4-FFF2-40B4-BE49-F238E27FC236}">
                <a16:creationId xmlns:a16="http://schemas.microsoft.com/office/drawing/2014/main" id="{912257C6-0AFB-4FE5-965C-D8E76297B2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4976" y="6421667"/>
            <a:ext cx="4069701" cy="365125"/>
          </a:xfrm>
        </p:spPr>
        <p:txBody>
          <a:bodyPr/>
          <a:lstStyle/>
          <a:p>
            <a:r>
              <a:rPr lang="en-US"/>
              <a:t>Undergraduate Final Year Design Project Presentation (Progress or Final, choose one)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112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6243D-AAF0-6B81-E872-7E3FFD0C9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7D1E26-006F-F4AD-D9B0-71D901A3391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95" r="95477"/>
          <a:stretch/>
        </p:blipFill>
        <p:spPr>
          <a:xfrm>
            <a:off x="-179544" y="0"/>
            <a:ext cx="630306" cy="68579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D60004-0D52-A2A4-6764-9336779E47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4877" y="188954"/>
            <a:ext cx="842171" cy="84713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B657EF-2759-7CD4-174A-9F3745627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4370" y="6430998"/>
            <a:ext cx="2743200" cy="365125"/>
          </a:xfrm>
        </p:spPr>
        <p:txBody>
          <a:bodyPr/>
          <a:lstStyle/>
          <a:p>
            <a:fld id="{4B7F9BE2-B59B-40AF-8442-47BAD161B662}" type="slidenum">
              <a:rPr lang="en-US" smtClean="0"/>
              <a:t>4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910A875-021D-7DEE-F91A-CDC5F721DC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571" y="483119"/>
            <a:ext cx="4950517" cy="758662"/>
          </a:xfrm>
        </p:spPr>
        <p:txBody>
          <a:bodyPr>
            <a:normAutofit/>
          </a:bodyPr>
          <a:lstStyle/>
          <a:p>
            <a:pPr algn="just"/>
            <a:r>
              <a:rPr lang="en-US" sz="4800" dirty="0">
                <a:solidFill>
                  <a:srgbClr val="1E477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391502E8-250A-B006-4180-2179610A2326}"/>
              </a:ext>
            </a:extLst>
          </p:cNvPr>
          <p:cNvSpPr txBox="1">
            <a:spLocks/>
          </p:cNvSpPr>
          <p:nvPr/>
        </p:nvSpPr>
        <p:spPr>
          <a:xfrm>
            <a:off x="1131573" y="1579431"/>
            <a:ext cx="9749308" cy="40144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specific, measurable (i.e., deliverable), and relevant objectives of your project, using numbered or bulleted text. Discuss how your proposed solution will be better than others.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B59D4CF5-D220-BAA4-5DE4-2EE05747B8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4976" y="6421667"/>
            <a:ext cx="4069701" cy="365125"/>
          </a:xfrm>
        </p:spPr>
        <p:txBody>
          <a:bodyPr/>
          <a:lstStyle/>
          <a:p>
            <a:r>
              <a:rPr lang="en-US"/>
              <a:t>FYDP Synopsis 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259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95" r="95477"/>
          <a:stretch/>
        </p:blipFill>
        <p:spPr>
          <a:xfrm>
            <a:off x="-179544" y="0"/>
            <a:ext cx="630306" cy="685799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4877" y="188954"/>
            <a:ext cx="842171" cy="84713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5FAAC-C329-4D41-86EE-F09A19B73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4370" y="6430998"/>
            <a:ext cx="2743200" cy="365125"/>
          </a:xfrm>
        </p:spPr>
        <p:txBody>
          <a:bodyPr/>
          <a:lstStyle/>
          <a:p>
            <a:fld id="{4B7F9BE2-B59B-40AF-8442-47BAD161B662}" type="slidenum">
              <a:rPr lang="en-US" smtClean="0"/>
              <a:t>5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C552F05-4030-414D-8C9E-7F9CD7917D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571" y="483119"/>
            <a:ext cx="4950517" cy="758662"/>
          </a:xfrm>
        </p:spPr>
        <p:txBody>
          <a:bodyPr>
            <a:normAutofit/>
          </a:bodyPr>
          <a:lstStyle/>
          <a:p>
            <a:pPr algn="just"/>
            <a:r>
              <a:rPr lang="en-US" sz="4800" dirty="0">
                <a:solidFill>
                  <a:srgbClr val="1E477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8A3B40C-DE8A-4FAA-90CA-A3FE3ED12731}"/>
              </a:ext>
            </a:extLst>
          </p:cNvPr>
          <p:cNvSpPr txBox="1">
            <a:spLocks/>
          </p:cNvSpPr>
          <p:nvPr/>
        </p:nvSpPr>
        <p:spPr>
          <a:xfrm>
            <a:off x="1131573" y="1579431"/>
            <a:ext cx="9749308" cy="40144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project summary in this section in the form of key points.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(If it is final presentation, then also discuss the ways in which the comments, made by evaluators from progress presentation, have been addressed.)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DEF186A6-5809-4CEC-9AAB-F4C5644DE8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4976" y="6421667"/>
            <a:ext cx="4069701" cy="365125"/>
          </a:xfrm>
        </p:spPr>
        <p:txBody>
          <a:bodyPr/>
          <a:lstStyle/>
          <a:p>
            <a:r>
              <a:rPr lang="en-US"/>
              <a:t>Undergraduate Final Year Design Project Presentation (Progress or Final, choose one)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00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A663F-5DD3-3874-60BB-1CC4888C9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BD8803-5FE3-0478-C919-E5CE146F5E5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95" r="95477"/>
          <a:stretch/>
        </p:blipFill>
        <p:spPr>
          <a:xfrm>
            <a:off x="-179544" y="0"/>
            <a:ext cx="630306" cy="68579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EB103B-42F2-F44A-2E5A-9AEAC61D5D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4877" y="188954"/>
            <a:ext cx="842171" cy="84713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F6D305-09E1-B2A0-AE85-FBDC65AC2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4370" y="6430998"/>
            <a:ext cx="2743200" cy="365125"/>
          </a:xfrm>
        </p:spPr>
        <p:txBody>
          <a:bodyPr/>
          <a:lstStyle/>
          <a:p>
            <a:fld id="{4B7F9BE2-B59B-40AF-8442-47BAD161B662}" type="slidenum">
              <a:rPr lang="en-US" smtClean="0"/>
              <a:t>6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C49C400-A90D-82D7-6706-37722E30B1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571" y="483119"/>
            <a:ext cx="4950517" cy="758662"/>
          </a:xfrm>
        </p:spPr>
        <p:txBody>
          <a:bodyPr>
            <a:normAutofit/>
          </a:bodyPr>
          <a:lstStyle/>
          <a:p>
            <a:pPr algn="just"/>
            <a:r>
              <a:rPr lang="en-US" sz="4800" dirty="0">
                <a:solidFill>
                  <a:srgbClr val="1E477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Constraints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BAC6EDBF-997D-F8BC-26BE-517F4EE1DDD4}"/>
              </a:ext>
            </a:extLst>
          </p:cNvPr>
          <p:cNvSpPr txBox="1">
            <a:spLocks/>
          </p:cNvSpPr>
          <p:nvPr/>
        </p:nvSpPr>
        <p:spPr>
          <a:xfrm>
            <a:off x="1131573" y="1579431"/>
            <a:ext cx="9749308" cy="40144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necessary to ensure that the work you are doing has a significant element of design. Furthermore, you must clearly list the design constraints. Design constraints must be achievable.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Open-ended projects are strictly not allowed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D374D710-A8F6-54E1-D968-9FC934D9EF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4976" y="6421667"/>
            <a:ext cx="4069701" cy="365125"/>
          </a:xfrm>
        </p:spPr>
        <p:txBody>
          <a:bodyPr/>
          <a:lstStyle/>
          <a:p>
            <a:r>
              <a:rPr lang="en-US"/>
              <a:t>FYDP Synopsis 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699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95" r="95477"/>
          <a:stretch/>
        </p:blipFill>
        <p:spPr>
          <a:xfrm>
            <a:off x="-179544" y="0"/>
            <a:ext cx="630306" cy="685799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4877" y="188954"/>
            <a:ext cx="842171" cy="84713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5FAAC-C329-4D41-86EE-F09A19B73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4370" y="6430998"/>
            <a:ext cx="2743200" cy="365125"/>
          </a:xfrm>
        </p:spPr>
        <p:txBody>
          <a:bodyPr/>
          <a:lstStyle/>
          <a:p>
            <a:fld id="{4B7F9BE2-B59B-40AF-8442-47BAD161B662}" type="slidenum">
              <a:rPr lang="en-US" smtClean="0"/>
              <a:t>7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C552F05-4030-414D-8C9E-7F9CD7917D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571" y="483119"/>
            <a:ext cx="4950517" cy="758662"/>
          </a:xfrm>
        </p:spPr>
        <p:txBody>
          <a:bodyPr>
            <a:normAutofit/>
          </a:bodyPr>
          <a:lstStyle/>
          <a:p>
            <a:pPr algn="just"/>
            <a:r>
              <a:rPr lang="en-US" sz="4800" dirty="0">
                <a:solidFill>
                  <a:srgbClr val="1E477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8A3B40C-DE8A-4FAA-90CA-A3FE3ED12731}"/>
              </a:ext>
            </a:extLst>
          </p:cNvPr>
          <p:cNvSpPr txBox="1">
            <a:spLocks/>
          </p:cNvSpPr>
          <p:nvPr/>
        </p:nvSpPr>
        <p:spPr>
          <a:xfrm>
            <a:off x="1131573" y="1579431"/>
            <a:ext cx="9749308" cy="40144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 should be made in either Microsoft Visio or Microsoft Paint. Text in blocks should be written in “Times New Roman” with font size 28.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can be split into more than one slides but it should be readable.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9477C28C-7204-4EB4-9ED0-E6B80B5684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4976" y="6421667"/>
            <a:ext cx="4069701" cy="365125"/>
          </a:xfrm>
        </p:spPr>
        <p:txBody>
          <a:bodyPr/>
          <a:lstStyle/>
          <a:p>
            <a:r>
              <a:rPr lang="en-US"/>
              <a:t>Undergraduate Final Year Design Project Presentation (Progress or Final, choose one)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268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95" r="95477"/>
          <a:stretch/>
        </p:blipFill>
        <p:spPr>
          <a:xfrm>
            <a:off x="-179544" y="0"/>
            <a:ext cx="630306" cy="685799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4877" y="188954"/>
            <a:ext cx="842171" cy="84713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5FAAC-C329-4D41-86EE-F09A19B73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4370" y="6430998"/>
            <a:ext cx="2743200" cy="365125"/>
          </a:xfrm>
        </p:spPr>
        <p:txBody>
          <a:bodyPr/>
          <a:lstStyle/>
          <a:p>
            <a:fld id="{4B7F9BE2-B59B-40AF-8442-47BAD161B662}" type="slidenum">
              <a:rPr lang="en-US" smtClean="0"/>
              <a:t>8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C552F05-4030-414D-8C9E-7F9CD7917D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571" y="483119"/>
            <a:ext cx="4950517" cy="758662"/>
          </a:xfrm>
        </p:spPr>
        <p:txBody>
          <a:bodyPr>
            <a:normAutofit/>
          </a:bodyPr>
          <a:lstStyle/>
          <a:p>
            <a:pPr algn="just"/>
            <a:r>
              <a:rPr lang="en-US" sz="4800" dirty="0">
                <a:solidFill>
                  <a:srgbClr val="1E477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8A3B40C-DE8A-4FAA-90CA-A3FE3ED12731}"/>
              </a:ext>
            </a:extLst>
          </p:cNvPr>
          <p:cNvSpPr txBox="1">
            <a:spLocks/>
          </p:cNvSpPr>
          <p:nvPr/>
        </p:nvSpPr>
        <p:spPr>
          <a:xfrm>
            <a:off x="1131573" y="1579431"/>
            <a:ext cx="9749308" cy="40144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 should be made in either Microsoft Visio or Microsoft Paint.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Text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blocks should be written in “Times New Roman” with font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size 28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diagram can be split into more than one slides but it should be readable.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6C3DF956-E814-43B7-9A70-0E36C3CF81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4976" y="6421667"/>
            <a:ext cx="4069701" cy="365125"/>
          </a:xfrm>
        </p:spPr>
        <p:txBody>
          <a:bodyPr/>
          <a:lstStyle/>
          <a:p>
            <a:r>
              <a:rPr lang="en-US"/>
              <a:t>Undergraduate Final Year Design Project Presentation (Progress or Final, choose one)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752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95" r="95477"/>
          <a:stretch/>
        </p:blipFill>
        <p:spPr>
          <a:xfrm>
            <a:off x="-179544" y="0"/>
            <a:ext cx="630306" cy="685799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4877" y="188954"/>
            <a:ext cx="842171" cy="84713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5FAAC-C329-4D41-86EE-F09A19B73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4370" y="6430998"/>
            <a:ext cx="2743200" cy="365125"/>
          </a:xfrm>
        </p:spPr>
        <p:txBody>
          <a:bodyPr/>
          <a:lstStyle/>
          <a:p>
            <a:fld id="{4B7F9BE2-B59B-40AF-8442-47BAD161B662}" type="slidenum">
              <a:rPr lang="en-US" smtClean="0"/>
              <a:t>9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C552F05-4030-414D-8C9E-7F9CD7917D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571" y="483119"/>
            <a:ext cx="4950517" cy="758662"/>
          </a:xfrm>
        </p:spPr>
        <p:txBody>
          <a:bodyPr>
            <a:normAutofit/>
          </a:bodyPr>
          <a:lstStyle/>
          <a:p>
            <a:pPr algn="just"/>
            <a:r>
              <a:rPr lang="en-US" sz="4800" dirty="0">
                <a:solidFill>
                  <a:srgbClr val="1E477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other point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8A3B40C-DE8A-4FAA-90CA-A3FE3ED12731}"/>
              </a:ext>
            </a:extLst>
          </p:cNvPr>
          <p:cNvSpPr txBox="1">
            <a:spLocks/>
          </p:cNvSpPr>
          <p:nvPr/>
        </p:nvSpPr>
        <p:spPr>
          <a:xfrm>
            <a:off x="1131573" y="1579431"/>
            <a:ext cx="9749308" cy="40144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any other thing you want to share.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023D97C8-C563-4726-BFEE-E11FFAF519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4976" y="6421667"/>
            <a:ext cx="4069701" cy="365125"/>
          </a:xfrm>
        </p:spPr>
        <p:txBody>
          <a:bodyPr/>
          <a:lstStyle/>
          <a:p>
            <a:r>
              <a:rPr lang="en-US"/>
              <a:t>Undergraduate Final Year Design Project Presentation (Progress or Final, choose one)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625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95" r="95477"/>
          <a:stretch/>
        </p:blipFill>
        <p:spPr>
          <a:xfrm>
            <a:off x="-179544" y="0"/>
            <a:ext cx="630306" cy="685799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4877" y="188954"/>
            <a:ext cx="842171" cy="84713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5FAAC-C329-4D41-86EE-F09A19B73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4370" y="6430998"/>
            <a:ext cx="2743200" cy="365125"/>
          </a:xfrm>
        </p:spPr>
        <p:txBody>
          <a:bodyPr/>
          <a:lstStyle/>
          <a:p>
            <a:fld id="{4B7F9BE2-B59B-40AF-8442-47BAD161B662}" type="slidenum">
              <a:rPr lang="en-US" smtClean="0"/>
              <a:t>10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C552F05-4030-414D-8C9E-7F9CD7917D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571" y="483119"/>
            <a:ext cx="4950517" cy="758662"/>
          </a:xfrm>
        </p:spPr>
        <p:txBody>
          <a:bodyPr>
            <a:normAutofit/>
          </a:bodyPr>
          <a:lstStyle/>
          <a:p>
            <a:pPr algn="just"/>
            <a:r>
              <a:rPr lang="en-US" sz="4800" dirty="0">
                <a:solidFill>
                  <a:srgbClr val="1E477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8A3B40C-DE8A-4FAA-90CA-A3FE3ED12731}"/>
              </a:ext>
            </a:extLst>
          </p:cNvPr>
          <p:cNvSpPr txBox="1">
            <a:spLocks/>
          </p:cNvSpPr>
          <p:nvPr/>
        </p:nvSpPr>
        <p:spPr>
          <a:xfrm>
            <a:off x="1131573" y="1579431"/>
            <a:ext cx="9749308" cy="40144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applications in this section and provide details on how the proposed work can be applied to the (identified) real-world problems.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BF03C7C5-0D04-4975-9DD4-E612F200F7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4976" y="6421667"/>
            <a:ext cx="4069701" cy="365125"/>
          </a:xfrm>
        </p:spPr>
        <p:txBody>
          <a:bodyPr/>
          <a:lstStyle/>
          <a:p>
            <a:r>
              <a:rPr lang="en-US"/>
              <a:t>Undergraduate Final Year Design Project Presentation (Progress or Final, choose one)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953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95" r="95477"/>
          <a:stretch/>
        </p:blipFill>
        <p:spPr>
          <a:xfrm>
            <a:off x="-179544" y="0"/>
            <a:ext cx="630306" cy="685799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4877" y="188954"/>
            <a:ext cx="842171" cy="84713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5FAAC-C329-4D41-86EE-F09A19B73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4370" y="6430998"/>
            <a:ext cx="2743200" cy="365125"/>
          </a:xfrm>
        </p:spPr>
        <p:txBody>
          <a:bodyPr/>
          <a:lstStyle/>
          <a:p>
            <a:fld id="{4B7F9BE2-B59B-40AF-8442-47BAD161B662}" type="slidenum">
              <a:rPr lang="en-US" smtClean="0"/>
              <a:t>11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C552F05-4030-414D-8C9E-7F9CD7917D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572" y="483119"/>
            <a:ext cx="4341290" cy="758662"/>
          </a:xfrm>
        </p:spPr>
        <p:txBody>
          <a:bodyPr>
            <a:normAutofit/>
          </a:bodyPr>
          <a:lstStyle/>
          <a:p>
            <a:pPr algn="just"/>
            <a:r>
              <a:rPr lang="en-US" sz="4800" dirty="0">
                <a:solidFill>
                  <a:srgbClr val="1E477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Progress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8A3B40C-DE8A-4FAA-90CA-A3FE3ED12731}"/>
              </a:ext>
            </a:extLst>
          </p:cNvPr>
          <p:cNvSpPr txBox="1">
            <a:spLocks/>
          </p:cNvSpPr>
          <p:nvPr/>
        </p:nvSpPr>
        <p:spPr>
          <a:xfrm>
            <a:off x="1131573" y="1579431"/>
            <a:ext cx="9749308" cy="40144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what you have done so far.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(This slide should be included in progress presentation only.)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9ADCB8E8-B246-4243-AE77-04A0D4C9E9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4976" y="6421667"/>
            <a:ext cx="4069701" cy="365125"/>
          </a:xfrm>
        </p:spPr>
        <p:txBody>
          <a:bodyPr/>
          <a:lstStyle/>
          <a:p>
            <a:r>
              <a:rPr lang="en-US"/>
              <a:t>Undergraduate Final Year Design Project Presentation (Progress or Final, choose one)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095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95" r="95477"/>
          <a:stretch/>
        </p:blipFill>
        <p:spPr>
          <a:xfrm>
            <a:off x="-179544" y="0"/>
            <a:ext cx="630306" cy="685799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4877" y="188954"/>
            <a:ext cx="842171" cy="84713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5FAAC-C329-4D41-86EE-F09A19B73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4370" y="6430998"/>
            <a:ext cx="2743200" cy="365125"/>
          </a:xfrm>
        </p:spPr>
        <p:txBody>
          <a:bodyPr/>
          <a:lstStyle/>
          <a:p>
            <a:fld id="{4B7F9BE2-B59B-40AF-8442-47BAD161B662}" type="slidenum">
              <a:rPr lang="en-US" smtClean="0"/>
              <a:t>12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C552F05-4030-414D-8C9E-7F9CD7917D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571" y="483119"/>
            <a:ext cx="5389429" cy="758662"/>
          </a:xfrm>
        </p:spPr>
        <p:txBody>
          <a:bodyPr>
            <a:normAutofit/>
          </a:bodyPr>
          <a:lstStyle/>
          <a:p>
            <a:pPr algn="just"/>
            <a:r>
              <a:rPr lang="en-US" sz="4800" dirty="0">
                <a:solidFill>
                  <a:srgbClr val="1E477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8A3B40C-DE8A-4FAA-90CA-A3FE3ED12731}"/>
              </a:ext>
            </a:extLst>
          </p:cNvPr>
          <p:cNvSpPr txBox="1">
            <a:spLocks/>
          </p:cNvSpPr>
          <p:nvPr/>
        </p:nvSpPr>
        <p:spPr>
          <a:xfrm>
            <a:off x="1131573" y="1579431"/>
            <a:ext cx="9749308" cy="40144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what you have done at the hardware level.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Please add pictures of your hardware and embed a video to demonstrate its working.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F4EF608B-7758-43C6-9B7F-4B006BA143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4976" y="6421667"/>
            <a:ext cx="4069701" cy="365125"/>
          </a:xfrm>
        </p:spPr>
        <p:txBody>
          <a:bodyPr/>
          <a:lstStyle/>
          <a:p>
            <a:r>
              <a:rPr lang="en-US"/>
              <a:t>Undergraduate Final Year Design Project Presentation (Progress or Final, choose one)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573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95" r="95477"/>
          <a:stretch/>
        </p:blipFill>
        <p:spPr>
          <a:xfrm>
            <a:off x="-179544" y="0"/>
            <a:ext cx="630306" cy="685799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4877" y="188954"/>
            <a:ext cx="842171" cy="84713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5FAAC-C329-4D41-86EE-F09A19B73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4370" y="6430998"/>
            <a:ext cx="2743200" cy="365125"/>
          </a:xfrm>
        </p:spPr>
        <p:txBody>
          <a:bodyPr/>
          <a:lstStyle/>
          <a:p>
            <a:fld id="{4B7F9BE2-B59B-40AF-8442-47BAD161B662}" type="slidenum">
              <a:rPr lang="en-US" smtClean="0"/>
              <a:t>13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C552F05-4030-414D-8C9E-7F9CD7917D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571" y="483119"/>
            <a:ext cx="5022425" cy="758662"/>
          </a:xfrm>
        </p:spPr>
        <p:txBody>
          <a:bodyPr>
            <a:normAutofit/>
          </a:bodyPr>
          <a:lstStyle/>
          <a:p>
            <a:pPr algn="just"/>
            <a:r>
              <a:rPr lang="en-US" sz="4800" dirty="0">
                <a:solidFill>
                  <a:srgbClr val="1E477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Deliverables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8A3B40C-DE8A-4FAA-90CA-A3FE3ED12731}"/>
              </a:ext>
            </a:extLst>
          </p:cNvPr>
          <p:cNvSpPr txBox="1">
            <a:spLocks/>
          </p:cNvSpPr>
          <p:nvPr/>
        </p:nvSpPr>
        <p:spPr>
          <a:xfrm>
            <a:off x="1131573" y="1579431"/>
            <a:ext cx="9749308" cy="40144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about the future work.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it is final presentation, then also comment on the ideas that can improve the project.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1B175D34-CCEC-4CD2-85D1-E6EAB39FEA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4976" y="6421667"/>
            <a:ext cx="4069701" cy="365125"/>
          </a:xfrm>
        </p:spPr>
        <p:txBody>
          <a:bodyPr/>
          <a:lstStyle/>
          <a:p>
            <a:r>
              <a:rPr lang="en-US"/>
              <a:t>Undergraduate Final Year Design Project Presentation (Progress or Final, choose one)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467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95" r="95477"/>
          <a:stretch/>
        </p:blipFill>
        <p:spPr>
          <a:xfrm>
            <a:off x="-179544" y="0"/>
            <a:ext cx="630306" cy="685799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4877" y="188954"/>
            <a:ext cx="842171" cy="84713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5FAAC-C329-4D41-86EE-F09A19B73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4370" y="6430998"/>
            <a:ext cx="2743200" cy="365125"/>
          </a:xfrm>
        </p:spPr>
        <p:txBody>
          <a:bodyPr/>
          <a:lstStyle/>
          <a:p>
            <a:fld id="{4B7F9BE2-B59B-40AF-8442-47BAD161B662}" type="slidenum">
              <a:rPr lang="en-US" smtClean="0"/>
              <a:t>14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C552F05-4030-414D-8C9E-7F9CD7917D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572" y="483119"/>
            <a:ext cx="3052666" cy="758662"/>
          </a:xfrm>
        </p:spPr>
        <p:txBody>
          <a:bodyPr>
            <a:normAutofit/>
          </a:bodyPr>
          <a:lstStyle/>
          <a:p>
            <a:pPr algn="just"/>
            <a:r>
              <a:rPr lang="en-US" sz="4800" dirty="0">
                <a:solidFill>
                  <a:srgbClr val="1E477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8A3B40C-DE8A-4FAA-90CA-A3FE3ED12731}"/>
              </a:ext>
            </a:extLst>
          </p:cNvPr>
          <p:cNvSpPr txBox="1">
            <a:spLocks/>
          </p:cNvSpPr>
          <p:nvPr/>
        </p:nvSpPr>
        <p:spPr>
          <a:xfrm>
            <a:off x="1131573" y="1579431"/>
            <a:ext cx="9749308" cy="40144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Gantt chart for future deliverables.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(This slide should be included in progress presentation only.)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2F95414C-E100-4B01-886D-F3BD9806E1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4976" y="6421667"/>
            <a:ext cx="4069701" cy="365125"/>
          </a:xfrm>
        </p:spPr>
        <p:txBody>
          <a:bodyPr/>
          <a:lstStyle/>
          <a:p>
            <a:r>
              <a:rPr lang="en-US"/>
              <a:t>Undergraduate Final Year Design Project Presentation (Progress or Final, choose one)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963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95" r="95477"/>
          <a:stretch/>
        </p:blipFill>
        <p:spPr>
          <a:xfrm>
            <a:off x="-179544" y="0"/>
            <a:ext cx="630306" cy="685799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4877" y="188954"/>
            <a:ext cx="842171" cy="84713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5FAAC-C329-4D41-86EE-F09A19B73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4370" y="6430998"/>
            <a:ext cx="2743200" cy="365125"/>
          </a:xfrm>
        </p:spPr>
        <p:txBody>
          <a:bodyPr/>
          <a:lstStyle/>
          <a:p>
            <a:fld id="{4B7F9BE2-B59B-40AF-8442-47BAD161B662}" type="slidenum">
              <a:rPr lang="en-US" smtClean="0"/>
              <a:t>15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C552F05-4030-414D-8C9E-7F9CD7917D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572" y="483119"/>
            <a:ext cx="3052666" cy="758662"/>
          </a:xfrm>
        </p:spPr>
        <p:txBody>
          <a:bodyPr>
            <a:normAutofit/>
          </a:bodyPr>
          <a:lstStyle/>
          <a:p>
            <a:pPr algn="just"/>
            <a:r>
              <a:rPr lang="en-US" sz="4800" dirty="0">
                <a:solidFill>
                  <a:srgbClr val="1E477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8A3B40C-DE8A-4FAA-90CA-A3FE3ED12731}"/>
              </a:ext>
            </a:extLst>
          </p:cNvPr>
          <p:cNvSpPr txBox="1">
            <a:spLocks/>
          </p:cNvSpPr>
          <p:nvPr/>
        </p:nvSpPr>
        <p:spPr>
          <a:xfrm>
            <a:off x="1131573" y="1579431"/>
            <a:ext cx="9749308" cy="40144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 (in proper IEEE format)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Websites (mention date and time of visit to the website)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863EFCCF-8DDF-4081-A425-6C844B71B8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4976" y="6421667"/>
            <a:ext cx="4069701" cy="365125"/>
          </a:xfrm>
        </p:spPr>
        <p:txBody>
          <a:bodyPr/>
          <a:lstStyle/>
          <a:p>
            <a:r>
              <a:rPr lang="en-US"/>
              <a:t>Undergraduate Final Year Design Project Presentation (Progress or Final, choose one)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821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646</Words>
  <Application>Microsoft Office PowerPoint</Application>
  <PresentationFormat>Widescreen</PresentationFormat>
  <Paragraphs>85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Title</vt:lpstr>
      <vt:lpstr>Group Introduction</vt:lpstr>
      <vt:lpstr>Problem Statement</vt:lpstr>
      <vt:lpstr>Objectives</vt:lpstr>
      <vt:lpstr>Proposed Solution</vt:lpstr>
      <vt:lpstr>Design Constraints</vt:lpstr>
      <vt:lpstr>Block Diagram</vt:lpstr>
      <vt:lpstr>Flow Chart</vt:lpstr>
      <vt:lpstr>Any other point</vt:lpstr>
      <vt:lpstr>Applications</vt:lpstr>
      <vt:lpstr>Current Progress</vt:lpstr>
      <vt:lpstr>Hardware</vt:lpstr>
      <vt:lpstr>Future Deliverables</vt:lpstr>
      <vt:lpstr>Gantt Chart</vt:lpstr>
      <vt:lpstr>References</vt:lpstr>
    </vt:vector>
  </TitlesOfParts>
  <Company>EED UET Lahore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 Department of  Electrical Engineering UET Lahore  Prof. Dr. Tahir Izhar (Chairman)</dc:title>
  <dc:creator>Alinspiron</dc:creator>
  <cp:lastModifiedBy>Adeem Aslam</cp:lastModifiedBy>
  <cp:revision>129</cp:revision>
  <dcterms:created xsi:type="dcterms:W3CDTF">2016-09-27T20:20:47Z</dcterms:created>
  <dcterms:modified xsi:type="dcterms:W3CDTF">2025-09-04T16:08:25Z</dcterms:modified>
</cp:coreProperties>
</file>